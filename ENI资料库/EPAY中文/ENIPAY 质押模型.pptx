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2960350" cy="9166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1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026" y="1500121"/>
            <a:ext cx="11016298" cy="3191204"/>
          </a:xfrm>
        </p:spPr>
        <p:txBody>
          <a:bodyPr anchor="b"/>
          <a:lstStyle>
            <a:lvl1pPr algn="ctr">
              <a:defRPr sz="80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4814390"/>
            <a:ext cx="9720263" cy="2213049"/>
          </a:xfrm>
        </p:spPr>
        <p:txBody>
          <a:bodyPr/>
          <a:lstStyle>
            <a:lvl1pPr marL="0" indent="0" algn="ctr">
              <a:buNone/>
              <a:defRPr sz="3208"/>
            </a:lvl1pPr>
            <a:lvl2pPr marL="611094" indent="0" algn="ctr">
              <a:buNone/>
              <a:defRPr sz="2673"/>
            </a:lvl2pPr>
            <a:lvl3pPr marL="1222187" indent="0" algn="ctr">
              <a:buNone/>
              <a:defRPr sz="2406"/>
            </a:lvl3pPr>
            <a:lvl4pPr marL="1833281" indent="0" algn="ctr">
              <a:buNone/>
              <a:defRPr sz="2139"/>
            </a:lvl4pPr>
            <a:lvl5pPr marL="2444374" indent="0" algn="ctr">
              <a:buNone/>
              <a:defRPr sz="2139"/>
            </a:lvl5pPr>
            <a:lvl6pPr marL="3055468" indent="0" algn="ctr">
              <a:buNone/>
              <a:defRPr sz="2139"/>
            </a:lvl6pPr>
            <a:lvl7pPr marL="3666561" indent="0" algn="ctr">
              <a:buNone/>
              <a:defRPr sz="2139"/>
            </a:lvl7pPr>
            <a:lvl8pPr marL="4277655" indent="0" algn="ctr">
              <a:buNone/>
              <a:defRPr sz="2139"/>
            </a:lvl8pPr>
            <a:lvl9pPr marL="4888748" indent="0" algn="ctr">
              <a:buNone/>
              <a:defRPr sz="21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5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7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5" y="2285194"/>
            <a:ext cx="11178302" cy="3812894"/>
          </a:xfrm>
        </p:spPr>
        <p:txBody>
          <a:bodyPr anchor="b"/>
          <a:lstStyle>
            <a:lvl1pPr>
              <a:defRPr sz="80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5" y="6134159"/>
            <a:ext cx="11178302" cy="2005111"/>
          </a:xfrm>
        </p:spPr>
        <p:txBody>
          <a:bodyPr/>
          <a:lstStyle>
            <a:lvl1pPr marL="0" indent="0">
              <a:buNone/>
              <a:defRPr sz="3208">
                <a:solidFill>
                  <a:schemeClr val="tx1">
                    <a:tint val="82000"/>
                  </a:schemeClr>
                </a:solidFill>
              </a:defRPr>
            </a:lvl1pPr>
            <a:lvl2pPr marL="611094" indent="0">
              <a:buNone/>
              <a:defRPr sz="2673">
                <a:solidFill>
                  <a:schemeClr val="tx1">
                    <a:tint val="82000"/>
                  </a:schemeClr>
                </a:solidFill>
              </a:defRPr>
            </a:lvl2pPr>
            <a:lvl3pPr marL="1222187" indent="0">
              <a:buNone/>
              <a:defRPr sz="2406">
                <a:solidFill>
                  <a:schemeClr val="tx1">
                    <a:tint val="82000"/>
                  </a:schemeClr>
                </a:solidFill>
              </a:defRPr>
            </a:lvl3pPr>
            <a:lvl4pPr marL="1833281" indent="0">
              <a:buNone/>
              <a:defRPr sz="2139">
                <a:solidFill>
                  <a:schemeClr val="tx1">
                    <a:tint val="82000"/>
                  </a:schemeClr>
                </a:solidFill>
              </a:defRPr>
            </a:lvl4pPr>
            <a:lvl5pPr marL="2444374" indent="0">
              <a:buNone/>
              <a:defRPr sz="2139">
                <a:solidFill>
                  <a:schemeClr val="tx1">
                    <a:tint val="82000"/>
                  </a:schemeClr>
                </a:solidFill>
              </a:defRPr>
            </a:lvl5pPr>
            <a:lvl6pPr marL="3055468" indent="0">
              <a:buNone/>
              <a:defRPr sz="2139">
                <a:solidFill>
                  <a:schemeClr val="tx1">
                    <a:tint val="82000"/>
                  </a:schemeClr>
                </a:solidFill>
              </a:defRPr>
            </a:lvl6pPr>
            <a:lvl7pPr marL="3666561" indent="0">
              <a:buNone/>
              <a:defRPr sz="2139">
                <a:solidFill>
                  <a:schemeClr val="tx1">
                    <a:tint val="82000"/>
                  </a:schemeClr>
                </a:solidFill>
              </a:defRPr>
            </a:lvl7pPr>
            <a:lvl8pPr marL="4277655" indent="0">
              <a:buNone/>
              <a:defRPr sz="2139">
                <a:solidFill>
                  <a:schemeClr val="tx1">
                    <a:tint val="82000"/>
                  </a:schemeClr>
                </a:solidFill>
              </a:defRPr>
            </a:lvl8pPr>
            <a:lvl9pPr marL="4888748" indent="0">
              <a:buNone/>
              <a:defRPr sz="213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74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2440083"/>
            <a:ext cx="5508149" cy="5815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2440083"/>
            <a:ext cx="5508149" cy="5815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49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488019"/>
            <a:ext cx="11178302" cy="17717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2246999"/>
            <a:ext cx="5482835" cy="1101219"/>
          </a:xfrm>
        </p:spPr>
        <p:txBody>
          <a:bodyPr anchor="b"/>
          <a:lstStyle>
            <a:lvl1pPr marL="0" indent="0">
              <a:buNone/>
              <a:defRPr sz="3208" b="1"/>
            </a:lvl1pPr>
            <a:lvl2pPr marL="611094" indent="0">
              <a:buNone/>
              <a:defRPr sz="2673" b="1"/>
            </a:lvl2pPr>
            <a:lvl3pPr marL="1222187" indent="0">
              <a:buNone/>
              <a:defRPr sz="2406" b="1"/>
            </a:lvl3pPr>
            <a:lvl4pPr marL="1833281" indent="0">
              <a:buNone/>
              <a:defRPr sz="2139" b="1"/>
            </a:lvl4pPr>
            <a:lvl5pPr marL="2444374" indent="0">
              <a:buNone/>
              <a:defRPr sz="2139" b="1"/>
            </a:lvl5pPr>
            <a:lvl6pPr marL="3055468" indent="0">
              <a:buNone/>
              <a:defRPr sz="2139" b="1"/>
            </a:lvl6pPr>
            <a:lvl7pPr marL="3666561" indent="0">
              <a:buNone/>
              <a:defRPr sz="2139" b="1"/>
            </a:lvl7pPr>
            <a:lvl8pPr marL="4277655" indent="0">
              <a:buNone/>
              <a:defRPr sz="2139" b="1"/>
            </a:lvl8pPr>
            <a:lvl9pPr marL="4888748" indent="0">
              <a:buNone/>
              <a:defRPr sz="21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3348218"/>
            <a:ext cx="5482835" cy="4924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8" y="2246999"/>
            <a:ext cx="5509837" cy="1101219"/>
          </a:xfrm>
        </p:spPr>
        <p:txBody>
          <a:bodyPr anchor="b"/>
          <a:lstStyle>
            <a:lvl1pPr marL="0" indent="0">
              <a:buNone/>
              <a:defRPr sz="3208" b="1"/>
            </a:lvl1pPr>
            <a:lvl2pPr marL="611094" indent="0">
              <a:buNone/>
              <a:defRPr sz="2673" b="1"/>
            </a:lvl2pPr>
            <a:lvl3pPr marL="1222187" indent="0">
              <a:buNone/>
              <a:defRPr sz="2406" b="1"/>
            </a:lvl3pPr>
            <a:lvl4pPr marL="1833281" indent="0">
              <a:buNone/>
              <a:defRPr sz="2139" b="1"/>
            </a:lvl4pPr>
            <a:lvl5pPr marL="2444374" indent="0">
              <a:buNone/>
              <a:defRPr sz="2139" b="1"/>
            </a:lvl5pPr>
            <a:lvl6pPr marL="3055468" indent="0">
              <a:buNone/>
              <a:defRPr sz="2139" b="1"/>
            </a:lvl6pPr>
            <a:lvl7pPr marL="3666561" indent="0">
              <a:buNone/>
              <a:defRPr sz="2139" b="1"/>
            </a:lvl7pPr>
            <a:lvl8pPr marL="4277655" indent="0">
              <a:buNone/>
              <a:defRPr sz="2139" b="1"/>
            </a:lvl8pPr>
            <a:lvl9pPr marL="4888748" indent="0">
              <a:buNone/>
              <a:defRPr sz="21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8" y="3348218"/>
            <a:ext cx="5509837" cy="4924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3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79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611082"/>
            <a:ext cx="4180050" cy="2138786"/>
          </a:xfrm>
        </p:spPr>
        <p:txBody>
          <a:bodyPr anchor="b"/>
          <a:lstStyle>
            <a:lvl1pPr>
              <a:defRPr sz="42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1319769"/>
            <a:ext cx="6561177" cy="6513961"/>
          </a:xfrm>
        </p:spPr>
        <p:txBody>
          <a:bodyPr/>
          <a:lstStyle>
            <a:lvl1pPr>
              <a:defRPr sz="4277"/>
            </a:lvl1pPr>
            <a:lvl2pPr>
              <a:defRPr sz="3742"/>
            </a:lvl2pPr>
            <a:lvl3pPr>
              <a:defRPr sz="3208"/>
            </a:lvl3pPr>
            <a:lvl4pPr>
              <a:defRPr sz="2673"/>
            </a:lvl4pPr>
            <a:lvl5pPr>
              <a:defRPr sz="2673"/>
            </a:lvl5pPr>
            <a:lvl6pPr>
              <a:defRPr sz="2673"/>
            </a:lvl6pPr>
            <a:lvl7pPr>
              <a:defRPr sz="2673"/>
            </a:lvl7pPr>
            <a:lvl8pPr>
              <a:defRPr sz="2673"/>
            </a:lvl8pPr>
            <a:lvl9pPr>
              <a:defRPr sz="26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2749867"/>
            <a:ext cx="4180050" cy="5094470"/>
          </a:xfrm>
        </p:spPr>
        <p:txBody>
          <a:bodyPr/>
          <a:lstStyle>
            <a:lvl1pPr marL="0" indent="0">
              <a:buNone/>
              <a:defRPr sz="2139"/>
            </a:lvl1pPr>
            <a:lvl2pPr marL="611094" indent="0">
              <a:buNone/>
              <a:defRPr sz="1871"/>
            </a:lvl2pPr>
            <a:lvl3pPr marL="1222187" indent="0">
              <a:buNone/>
              <a:defRPr sz="1604"/>
            </a:lvl3pPr>
            <a:lvl4pPr marL="1833281" indent="0">
              <a:buNone/>
              <a:defRPr sz="1337"/>
            </a:lvl4pPr>
            <a:lvl5pPr marL="2444374" indent="0">
              <a:buNone/>
              <a:defRPr sz="1337"/>
            </a:lvl5pPr>
            <a:lvl6pPr marL="3055468" indent="0">
              <a:buNone/>
              <a:defRPr sz="1337"/>
            </a:lvl6pPr>
            <a:lvl7pPr marL="3666561" indent="0">
              <a:buNone/>
              <a:defRPr sz="1337"/>
            </a:lvl7pPr>
            <a:lvl8pPr marL="4277655" indent="0">
              <a:buNone/>
              <a:defRPr sz="1337"/>
            </a:lvl8pPr>
            <a:lvl9pPr marL="4888748" indent="0">
              <a:buNone/>
              <a:defRPr sz="13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72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611082"/>
            <a:ext cx="4180050" cy="2138786"/>
          </a:xfrm>
        </p:spPr>
        <p:txBody>
          <a:bodyPr anchor="b"/>
          <a:lstStyle>
            <a:lvl1pPr>
              <a:defRPr sz="42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1319769"/>
            <a:ext cx="6561177" cy="6513961"/>
          </a:xfrm>
        </p:spPr>
        <p:txBody>
          <a:bodyPr anchor="t"/>
          <a:lstStyle>
            <a:lvl1pPr marL="0" indent="0">
              <a:buNone/>
              <a:defRPr sz="4277"/>
            </a:lvl1pPr>
            <a:lvl2pPr marL="611094" indent="0">
              <a:buNone/>
              <a:defRPr sz="3742"/>
            </a:lvl2pPr>
            <a:lvl3pPr marL="1222187" indent="0">
              <a:buNone/>
              <a:defRPr sz="3208"/>
            </a:lvl3pPr>
            <a:lvl4pPr marL="1833281" indent="0">
              <a:buNone/>
              <a:defRPr sz="2673"/>
            </a:lvl4pPr>
            <a:lvl5pPr marL="2444374" indent="0">
              <a:buNone/>
              <a:defRPr sz="2673"/>
            </a:lvl5pPr>
            <a:lvl6pPr marL="3055468" indent="0">
              <a:buNone/>
              <a:defRPr sz="2673"/>
            </a:lvl6pPr>
            <a:lvl7pPr marL="3666561" indent="0">
              <a:buNone/>
              <a:defRPr sz="2673"/>
            </a:lvl7pPr>
            <a:lvl8pPr marL="4277655" indent="0">
              <a:buNone/>
              <a:defRPr sz="2673"/>
            </a:lvl8pPr>
            <a:lvl9pPr marL="4888748" indent="0">
              <a:buNone/>
              <a:defRPr sz="26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2749867"/>
            <a:ext cx="4180050" cy="5094470"/>
          </a:xfrm>
        </p:spPr>
        <p:txBody>
          <a:bodyPr/>
          <a:lstStyle>
            <a:lvl1pPr marL="0" indent="0">
              <a:buNone/>
              <a:defRPr sz="2139"/>
            </a:lvl1pPr>
            <a:lvl2pPr marL="611094" indent="0">
              <a:buNone/>
              <a:defRPr sz="1871"/>
            </a:lvl2pPr>
            <a:lvl3pPr marL="1222187" indent="0">
              <a:buNone/>
              <a:defRPr sz="1604"/>
            </a:lvl3pPr>
            <a:lvl4pPr marL="1833281" indent="0">
              <a:buNone/>
              <a:defRPr sz="1337"/>
            </a:lvl4pPr>
            <a:lvl5pPr marL="2444374" indent="0">
              <a:buNone/>
              <a:defRPr sz="1337"/>
            </a:lvl5pPr>
            <a:lvl6pPr marL="3055468" indent="0">
              <a:buNone/>
              <a:defRPr sz="1337"/>
            </a:lvl6pPr>
            <a:lvl7pPr marL="3666561" indent="0">
              <a:buNone/>
              <a:defRPr sz="1337"/>
            </a:lvl7pPr>
            <a:lvl8pPr marL="4277655" indent="0">
              <a:buNone/>
              <a:defRPr sz="1337"/>
            </a:lvl8pPr>
            <a:lvl9pPr marL="4888748" indent="0">
              <a:buNone/>
              <a:defRPr sz="13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9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74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488017"/>
            <a:ext cx="2794575" cy="77679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5" y="488017"/>
            <a:ext cx="8221722" cy="77679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488019"/>
            <a:ext cx="11178302" cy="177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2440083"/>
            <a:ext cx="11178302" cy="5815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8495734"/>
            <a:ext cx="2916079" cy="488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3F0BC-B401-5F4F-BAF8-0A87CF20118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8495734"/>
            <a:ext cx="4374118" cy="488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8495734"/>
            <a:ext cx="2916079" cy="488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EBB88-2D9C-8647-9189-6C1D72830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9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22187" rtl="0" eaLnBrk="1" latinLnBrk="0" hangingPunct="1">
        <a:lnSpc>
          <a:spcPct val="90000"/>
        </a:lnSpc>
        <a:spcBef>
          <a:spcPct val="0"/>
        </a:spcBef>
        <a:buNone/>
        <a:defRPr sz="58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5547" indent="-305547" algn="l" defTabSz="1222187" rtl="0" eaLnBrk="1" latinLnBrk="0" hangingPunct="1">
        <a:lnSpc>
          <a:spcPct val="90000"/>
        </a:lnSpc>
        <a:spcBef>
          <a:spcPts val="1337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1pPr>
      <a:lvl2pPr marL="916640" indent="-305547" algn="l" defTabSz="1222187" rtl="0" eaLnBrk="1" latinLnBrk="0" hangingPunct="1">
        <a:lnSpc>
          <a:spcPct val="90000"/>
        </a:lnSpc>
        <a:spcBef>
          <a:spcPts val="668"/>
        </a:spcBef>
        <a:buFont typeface="Arial" panose="020B0604020202020204" pitchFamily="34" charset="0"/>
        <a:buChar char="•"/>
        <a:defRPr sz="3208" kern="1200">
          <a:solidFill>
            <a:schemeClr val="tx1"/>
          </a:solidFill>
          <a:latin typeface="+mn-lt"/>
          <a:ea typeface="+mn-ea"/>
          <a:cs typeface="+mn-cs"/>
        </a:defRPr>
      </a:lvl2pPr>
      <a:lvl3pPr marL="1527734" indent="-305547" algn="l" defTabSz="1222187" rtl="0" eaLnBrk="1" latinLnBrk="0" hangingPunct="1">
        <a:lnSpc>
          <a:spcPct val="90000"/>
        </a:lnSpc>
        <a:spcBef>
          <a:spcPts val="668"/>
        </a:spcBef>
        <a:buFont typeface="Arial" panose="020B0604020202020204" pitchFamily="34" charset="0"/>
        <a:buChar char="•"/>
        <a:defRPr sz="2673" kern="1200">
          <a:solidFill>
            <a:schemeClr val="tx1"/>
          </a:solidFill>
          <a:latin typeface="+mn-lt"/>
          <a:ea typeface="+mn-ea"/>
          <a:cs typeface="+mn-cs"/>
        </a:defRPr>
      </a:lvl3pPr>
      <a:lvl4pPr marL="2138827" indent="-305547" algn="l" defTabSz="1222187" rtl="0" eaLnBrk="1" latinLnBrk="0" hangingPunct="1">
        <a:lnSpc>
          <a:spcPct val="90000"/>
        </a:lnSpc>
        <a:spcBef>
          <a:spcPts val="668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749921" indent="-305547" algn="l" defTabSz="1222187" rtl="0" eaLnBrk="1" latinLnBrk="0" hangingPunct="1">
        <a:lnSpc>
          <a:spcPct val="90000"/>
        </a:lnSpc>
        <a:spcBef>
          <a:spcPts val="668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361014" indent="-305547" algn="l" defTabSz="1222187" rtl="0" eaLnBrk="1" latinLnBrk="0" hangingPunct="1">
        <a:lnSpc>
          <a:spcPct val="90000"/>
        </a:lnSpc>
        <a:spcBef>
          <a:spcPts val="668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972108" indent="-305547" algn="l" defTabSz="1222187" rtl="0" eaLnBrk="1" latinLnBrk="0" hangingPunct="1">
        <a:lnSpc>
          <a:spcPct val="90000"/>
        </a:lnSpc>
        <a:spcBef>
          <a:spcPts val="668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583201" indent="-305547" algn="l" defTabSz="1222187" rtl="0" eaLnBrk="1" latinLnBrk="0" hangingPunct="1">
        <a:lnSpc>
          <a:spcPct val="90000"/>
        </a:lnSpc>
        <a:spcBef>
          <a:spcPts val="668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5194295" indent="-305547" algn="l" defTabSz="1222187" rtl="0" eaLnBrk="1" latinLnBrk="0" hangingPunct="1">
        <a:lnSpc>
          <a:spcPct val="90000"/>
        </a:lnSpc>
        <a:spcBef>
          <a:spcPts val="668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2187" rtl="0" eaLnBrk="1" latinLnBrk="0" hangingPunct="1">
        <a:defRPr sz="2406" kern="1200">
          <a:solidFill>
            <a:schemeClr val="tx1"/>
          </a:solidFill>
          <a:latin typeface="+mn-lt"/>
          <a:ea typeface="+mn-ea"/>
          <a:cs typeface="+mn-cs"/>
        </a:defRPr>
      </a:lvl1pPr>
      <a:lvl2pPr marL="611094" algn="l" defTabSz="1222187" rtl="0" eaLnBrk="1" latinLnBrk="0" hangingPunct="1">
        <a:defRPr sz="2406" kern="1200">
          <a:solidFill>
            <a:schemeClr val="tx1"/>
          </a:solidFill>
          <a:latin typeface="+mn-lt"/>
          <a:ea typeface="+mn-ea"/>
          <a:cs typeface="+mn-cs"/>
        </a:defRPr>
      </a:lvl2pPr>
      <a:lvl3pPr marL="1222187" algn="l" defTabSz="1222187" rtl="0" eaLnBrk="1" latinLnBrk="0" hangingPunct="1">
        <a:defRPr sz="2406" kern="1200">
          <a:solidFill>
            <a:schemeClr val="tx1"/>
          </a:solidFill>
          <a:latin typeface="+mn-lt"/>
          <a:ea typeface="+mn-ea"/>
          <a:cs typeface="+mn-cs"/>
        </a:defRPr>
      </a:lvl3pPr>
      <a:lvl4pPr marL="1833281" algn="l" defTabSz="1222187" rtl="0" eaLnBrk="1" latinLnBrk="0" hangingPunct="1"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44374" algn="l" defTabSz="1222187" rtl="0" eaLnBrk="1" latinLnBrk="0" hangingPunct="1"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55468" algn="l" defTabSz="1222187" rtl="0" eaLnBrk="1" latinLnBrk="0" hangingPunct="1"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666561" algn="l" defTabSz="1222187" rtl="0" eaLnBrk="1" latinLnBrk="0" hangingPunct="1"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277655" algn="l" defTabSz="1222187" rtl="0" eaLnBrk="1" latinLnBrk="0" hangingPunct="1"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888748" algn="l" defTabSz="1222187" rtl="0" eaLnBrk="1" latinLnBrk="0" hangingPunct="1"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4B72EE-1B16-2007-A3DF-DF53A5153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960350" cy="915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6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A1A04-A68B-9C63-F568-905F94707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9D3824-F9F8-24AE-9C2C-892C71B02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7"/>
            <a:ext cx="12960350" cy="916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94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 fatt</dc:creator>
  <cp:lastModifiedBy>ron fatt</cp:lastModifiedBy>
  <cp:revision>1</cp:revision>
  <dcterms:created xsi:type="dcterms:W3CDTF">2026-09-03T08:02:53Z</dcterms:created>
  <dcterms:modified xsi:type="dcterms:W3CDTF">2026-09-03T08:04:39Z</dcterms:modified>
</cp:coreProperties>
</file>